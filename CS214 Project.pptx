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Flatory Serif" charset="1" panose="00000000000000000000"/>
      <p:regular r:id="rId21"/>
    </p:embeddedFont>
    <p:embeddedFont>
      <p:font typeface="Poppins" charset="1" panose="00000500000000000000"/>
      <p:regular r:id="rId22"/>
    </p:embeddedFont>
    <p:embeddedFont>
      <p:font typeface="Poppins Bold" charset="1" panose="00000800000000000000"/>
      <p:regular r:id="rId23"/>
    </p:embeddedFont>
    <p:embeddedFont>
      <p:font typeface="Flatory Serif Ultra-Bold" charset="1" panose="00000000000000000000"/>
      <p:regular r:id="rId24"/>
    </p:embeddedFont>
    <p:embeddedFont>
      <p:font typeface="Flatory Serif Light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9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9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9478" y="2854467"/>
            <a:ext cx="2108677" cy="1154021"/>
          </a:xfrm>
          <a:custGeom>
            <a:avLst/>
            <a:gdLst/>
            <a:ahLst/>
            <a:cxnLst/>
            <a:rect r="r" b="b" t="t" l="l"/>
            <a:pathLst>
              <a:path h="1154021" w="2108677">
                <a:moveTo>
                  <a:pt x="0" y="0"/>
                </a:moveTo>
                <a:lnTo>
                  <a:pt x="2108677" y="0"/>
                </a:lnTo>
                <a:lnTo>
                  <a:pt x="2108677" y="1154022"/>
                </a:lnTo>
                <a:lnTo>
                  <a:pt x="0" y="11540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79323" y="6363658"/>
            <a:ext cx="2108677" cy="1154021"/>
          </a:xfrm>
          <a:custGeom>
            <a:avLst/>
            <a:gdLst/>
            <a:ahLst/>
            <a:cxnLst/>
            <a:rect r="r" b="b" t="t" l="l"/>
            <a:pathLst>
              <a:path h="1154021" w="2108677">
                <a:moveTo>
                  <a:pt x="0" y="0"/>
                </a:moveTo>
                <a:lnTo>
                  <a:pt x="2108677" y="0"/>
                </a:lnTo>
                <a:lnTo>
                  <a:pt x="2108677" y="1154021"/>
                </a:lnTo>
                <a:lnTo>
                  <a:pt x="0" y="1154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03817" y="4183574"/>
            <a:ext cx="15680366" cy="1906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59"/>
              </a:lnSpc>
            </a:pPr>
            <a:r>
              <a:rPr lang="en-US" sz="16069">
                <a:solidFill>
                  <a:srgbClr val="444444"/>
                </a:solidFill>
                <a:latin typeface="Flatory Serif"/>
                <a:ea typeface="Flatory Serif"/>
                <a:cs typeface="Flatory Serif"/>
                <a:sym typeface="Flatory Serif"/>
              </a:rPr>
              <a:t>CS214 Project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223348" y="8118890"/>
            <a:ext cx="3841303" cy="1139410"/>
          </a:xfrm>
          <a:custGeom>
            <a:avLst/>
            <a:gdLst/>
            <a:ahLst/>
            <a:cxnLst/>
            <a:rect r="r" b="b" t="t" l="l"/>
            <a:pathLst>
              <a:path h="1139410" w="3841303">
                <a:moveTo>
                  <a:pt x="0" y="0"/>
                </a:moveTo>
                <a:lnTo>
                  <a:pt x="3841304" y="0"/>
                </a:lnTo>
                <a:lnTo>
                  <a:pt x="3841304" y="1139410"/>
                </a:lnTo>
                <a:lnTo>
                  <a:pt x="0" y="1139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568233" y="1085850"/>
            <a:ext cx="569106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2400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github.com/mfmotawa/cs214Project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22538" y="6204790"/>
            <a:ext cx="9642924" cy="613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47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CPU Scheduling Simulator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6438" y="1085850"/>
            <a:ext cx="30061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2400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CS214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2269" y="2379804"/>
            <a:ext cx="8543462" cy="19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87"/>
              </a:lnSpc>
              <a:spcBef>
                <a:spcPct val="0"/>
              </a:spcBef>
            </a:pPr>
            <a:r>
              <a:rPr lang="en-US" sz="11347">
                <a:solidFill>
                  <a:srgbClr val="444444"/>
                </a:solidFill>
                <a:latin typeface="Flatory Serif"/>
                <a:ea typeface="Flatory Serif"/>
                <a:cs typeface="Flatory Serif"/>
                <a:sym typeface="Flatory Serif"/>
              </a:rPr>
              <a:t>Students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029268" y="4753667"/>
            <a:ext cx="5754927" cy="767942"/>
            <a:chOff x="0" y="0"/>
            <a:chExt cx="1966331" cy="2623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6331" cy="262389"/>
            </a:xfrm>
            <a:custGeom>
              <a:avLst/>
              <a:gdLst/>
              <a:ahLst/>
              <a:cxnLst/>
              <a:rect r="r" b="b" t="t" l="l"/>
              <a:pathLst>
                <a:path h="262389" w="1966331">
                  <a:moveTo>
                    <a:pt x="0" y="0"/>
                  </a:moveTo>
                  <a:lnTo>
                    <a:pt x="1966331" y="0"/>
                  </a:lnTo>
                  <a:lnTo>
                    <a:pt x="1966331" y="262389"/>
                  </a:lnTo>
                  <a:lnTo>
                    <a:pt x="0" y="262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66331" cy="329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03805" y="4753667"/>
            <a:ext cx="5754927" cy="767942"/>
            <a:chOff x="0" y="0"/>
            <a:chExt cx="1966331" cy="2623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66331" cy="262389"/>
            </a:xfrm>
            <a:custGeom>
              <a:avLst/>
              <a:gdLst/>
              <a:ahLst/>
              <a:cxnLst/>
              <a:rect r="r" b="b" t="t" l="l"/>
              <a:pathLst>
                <a:path h="262389" w="1966331">
                  <a:moveTo>
                    <a:pt x="0" y="0"/>
                  </a:moveTo>
                  <a:lnTo>
                    <a:pt x="1966331" y="0"/>
                  </a:lnTo>
                  <a:lnTo>
                    <a:pt x="1966331" y="262389"/>
                  </a:lnTo>
                  <a:lnTo>
                    <a:pt x="0" y="262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966331" cy="329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03805" y="5713767"/>
            <a:ext cx="5754927" cy="767942"/>
            <a:chOff x="0" y="0"/>
            <a:chExt cx="1966331" cy="2623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66331" cy="262389"/>
            </a:xfrm>
            <a:custGeom>
              <a:avLst/>
              <a:gdLst/>
              <a:ahLst/>
              <a:cxnLst/>
              <a:rect r="r" b="b" t="t" l="l"/>
              <a:pathLst>
                <a:path h="262389" w="1966331">
                  <a:moveTo>
                    <a:pt x="0" y="0"/>
                  </a:moveTo>
                  <a:lnTo>
                    <a:pt x="1966331" y="0"/>
                  </a:lnTo>
                  <a:lnTo>
                    <a:pt x="1966331" y="262389"/>
                  </a:lnTo>
                  <a:lnTo>
                    <a:pt x="0" y="262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966331" cy="329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29268" y="6672604"/>
            <a:ext cx="5754927" cy="767942"/>
            <a:chOff x="0" y="0"/>
            <a:chExt cx="1966331" cy="2623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66331" cy="262389"/>
            </a:xfrm>
            <a:custGeom>
              <a:avLst/>
              <a:gdLst/>
              <a:ahLst/>
              <a:cxnLst/>
              <a:rect r="r" b="b" t="t" l="l"/>
              <a:pathLst>
                <a:path h="262389" w="1966331">
                  <a:moveTo>
                    <a:pt x="0" y="0"/>
                  </a:moveTo>
                  <a:lnTo>
                    <a:pt x="1966331" y="0"/>
                  </a:lnTo>
                  <a:lnTo>
                    <a:pt x="1966331" y="262389"/>
                  </a:lnTo>
                  <a:lnTo>
                    <a:pt x="0" y="262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966331" cy="329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029268" y="5713767"/>
            <a:ext cx="5754927" cy="767942"/>
            <a:chOff x="0" y="0"/>
            <a:chExt cx="1966331" cy="2623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66331" cy="262389"/>
            </a:xfrm>
            <a:custGeom>
              <a:avLst/>
              <a:gdLst/>
              <a:ahLst/>
              <a:cxnLst/>
              <a:rect r="r" b="b" t="t" l="l"/>
              <a:pathLst>
                <a:path h="262389" w="1966331">
                  <a:moveTo>
                    <a:pt x="0" y="0"/>
                  </a:moveTo>
                  <a:lnTo>
                    <a:pt x="1966331" y="0"/>
                  </a:lnTo>
                  <a:lnTo>
                    <a:pt x="1966331" y="262389"/>
                  </a:lnTo>
                  <a:lnTo>
                    <a:pt x="0" y="262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966331" cy="329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03805" y="6672604"/>
            <a:ext cx="5754927" cy="767942"/>
            <a:chOff x="0" y="0"/>
            <a:chExt cx="1966331" cy="2623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66331" cy="262389"/>
            </a:xfrm>
            <a:custGeom>
              <a:avLst/>
              <a:gdLst/>
              <a:ahLst/>
              <a:cxnLst/>
              <a:rect r="r" b="b" t="t" l="l"/>
              <a:pathLst>
                <a:path h="262389" w="1966331">
                  <a:moveTo>
                    <a:pt x="0" y="0"/>
                  </a:moveTo>
                  <a:lnTo>
                    <a:pt x="1966331" y="0"/>
                  </a:lnTo>
                  <a:lnTo>
                    <a:pt x="1966331" y="262389"/>
                  </a:lnTo>
                  <a:lnTo>
                    <a:pt x="0" y="262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966331" cy="329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4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373865" y="4809795"/>
            <a:ext cx="5065732" cy="5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6"/>
              </a:lnSpc>
              <a:spcBef>
                <a:spcPct val="0"/>
              </a:spcBef>
            </a:pPr>
            <a:r>
              <a:rPr lang="en-US" sz="3075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ABDULMALIK ALHARBI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73865" y="5769894"/>
            <a:ext cx="5065732" cy="5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6"/>
              </a:lnSpc>
              <a:spcBef>
                <a:spcPct val="0"/>
              </a:spcBef>
            </a:pPr>
            <a:r>
              <a:rPr lang="en-US" sz="3075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YASSER ALHARBI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373865" y="6728731"/>
            <a:ext cx="5065732" cy="5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6"/>
              </a:lnSpc>
              <a:spcBef>
                <a:spcPct val="0"/>
              </a:spcBef>
            </a:pPr>
            <a:r>
              <a:rPr lang="en-US" sz="3075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MOHAMMED AL-MOTAWA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48402" y="4809795"/>
            <a:ext cx="5065732" cy="5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6"/>
              </a:lnSpc>
              <a:spcBef>
                <a:spcPct val="0"/>
              </a:spcBef>
            </a:pPr>
            <a:r>
              <a:rPr lang="en-US" sz="3075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441110010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48402" y="5769894"/>
            <a:ext cx="5065732" cy="5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6"/>
              </a:lnSpc>
              <a:spcBef>
                <a:spcPct val="0"/>
              </a:spcBef>
            </a:pPr>
            <a:r>
              <a:rPr lang="en-US" sz="3075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442106544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48402" y="6728731"/>
            <a:ext cx="5065732" cy="5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6"/>
              </a:lnSpc>
              <a:spcBef>
                <a:spcPct val="0"/>
              </a:spcBef>
            </a:pPr>
            <a:r>
              <a:rPr lang="en-US" sz="3075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441109093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13703" y="8286252"/>
            <a:ext cx="2108677" cy="1154021"/>
          </a:xfrm>
          <a:custGeom>
            <a:avLst/>
            <a:gdLst/>
            <a:ahLst/>
            <a:cxnLst/>
            <a:rect r="r" b="b" t="t" l="l"/>
            <a:pathLst>
              <a:path h="1154021" w="2108677">
                <a:moveTo>
                  <a:pt x="0" y="0"/>
                </a:moveTo>
                <a:lnTo>
                  <a:pt x="2108677" y="0"/>
                </a:lnTo>
                <a:lnTo>
                  <a:pt x="2108677" y="1154022"/>
                </a:lnTo>
                <a:lnTo>
                  <a:pt x="0" y="11540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258732" y="1028700"/>
            <a:ext cx="2108677" cy="1154021"/>
          </a:xfrm>
          <a:custGeom>
            <a:avLst/>
            <a:gdLst/>
            <a:ahLst/>
            <a:cxnLst/>
            <a:rect r="r" b="b" t="t" l="l"/>
            <a:pathLst>
              <a:path h="1154021" w="2108677">
                <a:moveTo>
                  <a:pt x="0" y="0"/>
                </a:moveTo>
                <a:lnTo>
                  <a:pt x="2108677" y="0"/>
                </a:lnTo>
                <a:lnTo>
                  <a:pt x="2108677" y="1154021"/>
                </a:lnTo>
                <a:lnTo>
                  <a:pt x="0" y="1154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7492" y="3721014"/>
            <a:ext cx="11393016" cy="461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true">
                <a:solidFill>
                  <a:srgbClr val="444444"/>
                </a:solidFill>
                <a:latin typeface="Poppins Bold"/>
                <a:ea typeface="Poppins Bold"/>
                <a:cs typeface="Poppins Bold"/>
                <a:sym typeface="Poppins Bold"/>
              </a:rPr>
              <a:t>CPU Scheduling Simulator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A console-based program that simulates CPU process scheduling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using basic data structures.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The project demonstrates how operating systems manage processes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based on priority.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444444"/>
                </a:solidFill>
                <a:latin typeface="Poppins Bold"/>
                <a:ea typeface="Poppins Bold"/>
                <a:cs typeface="Poppins Bold"/>
                <a:sym typeface="Poppins Bold"/>
              </a:rPr>
              <a:t>GitHub Repository: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https://github.com/mfmotawa/cs214Project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947260" y="819150"/>
            <a:ext cx="8393481" cy="19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87"/>
              </a:lnSpc>
              <a:spcBef>
                <a:spcPct val="0"/>
              </a:spcBef>
            </a:pPr>
            <a:r>
              <a:rPr lang="en-US" sz="11347">
                <a:solidFill>
                  <a:srgbClr val="444444"/>
                </a:solidFill>
                <a:latin typeface="Flatory Serif"/>
                <a:ea typeface="Flatory Serif"/>
                <a:cs typeface="Flatory Serif"/>
                <a:sym typeface="Flatory Serif"/>
              </a:rPr>
              <a:t>Introduction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99453" y="1596218"/>
            <a:ext cx="2108677" cy="1154021"/>
          </a:xfrm>
          <a:custGeom>
            <a:avLst/>
            <a:gdLst/>
            <a:ahLst/>
            <a:cxnLst/>
            <a:rect r="r" b="b" t="t" l="l"/>
            <a:pathLst>
              <a:path h="1154021" w="2108677">
                <a:moveTo>
                  <a:pt x="0" y="0"/>
                </a:moveTo>
                <a:lnTo>
                  <a:pt x="2108677" y="0"/>
                </a:lnTo>
                <a:lnTo>
                  <a:pt x="2108677" y="1154021"/>
                </a:lnTo>
                <a:lnTo>
                  <a:pt x="0" y="1154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79323" y="6363658"/>
            <a:ext cx="2108677" cy="1154021"/>
          </a:xfrm>
          <a:custGeom>
            <a:avLst/>
            <a:gdLst/>
            <a:ahLst/>
            <a:cxnLst/>
            <a:rect r="r" b="b" t="t" l="l"/>
            <a:pathLst>
              <a:path h="1154021" w="2108677">
                <a:moveTo>
                  <a:pt x="0" y="0"/>
                </a:moveTo>
                <a:lnTo>
                  <a:pt x="2108677" y="0"/>
                </a:lnTo>
                <a:lnTo>
                  <a:pt x="2108677" y="1154021"/>
                </a:lnTo>
                <a:lnTo>
                  <a:pt x="0" y="1154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19150"/>
            <a:ext cx="11856448" cy="19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87"/>
              </a:lnSpc>
              <a:spcBef>
                <a:spcPct val="0"/>
              </a:spcBef>
            </a:pPr>
            <a:r>
              <a:rPr lang="en-US" sz="11347">
                <a:solidFill>
                  <a:srgbClr val="444444"/>
                </a:solidFill>
                <a:latin typeface="Flatory Serif"/>
                <a:ea typeface="Flatory Serif"/>
                <a:cs typeface="Flatory Serif"/>
                <a:sym typeface="Flatory Serif"/>
              </a:rPr>
              <a:t>Proje</a:t>
            </a:r>
            <a:r>
              <a:rPr lang="en-US" sz="11347">
                <a:solidFill>
                  <a:srgbClr val="444444"/>
                </a:solidFill>
                <a:latin typeface="Flatory Serif"/>
                <a:ea typeface="Flatory Serif"/>
                <a:cs typeface="Flatory Serif"/>
                <a:sym typeface="Flatory Serif"/>
              </a:rPr>
              <a:t>ct Overview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63678" y="3637033"/>
            <a:ext cx="2108677" cy="1154021"/>
          </a:xfrm>
          <a:custGeom>
            <a:avLst/>
            <a:gdLst/>
            <a:ahLst/>
            <a:cxnLst/>
            <a:rect r="r" b="b" t="t" l="l"/>
            <a:pathLst>
              <a:path h="1154021" w="2108677">
                <a:moveTo>
                  <a:pt x="0" y="0"/>
                </a:moveTo>
                <a:lnTo>
                  <a:pt x="2108677" y="0"/>
                </a:lnTo>
                <a:lnTo>
                  <a:pt x="2108677" y="1154022"/>
                </a:lnTo>
                <a:lnTo>
                  <a:pt x="0" y="11540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04962" y="7906256"/>
            <a:ext cx="2108677" cy="1154021"/>
          </a:xfrm>
          <a:custGeom>
            <a:avLst/>
            <a:gdLst/>
            <a:ahLst/>
            <a:cxnLst/>
            <a:rect r="r" b="b" t="t" l="l"/>
            <a:pathLst>
              <a:path h="1154021" w="2108677">
                <a:moveTo>
                  <a:pt x="0" y="0"/>
                </a:moveTo>
                <a:lnTo>
                  <a:pt x="2108676" y="0"/>
                </a:lnTo>
                <a:lnTo>
                  <a:pt x="2108676" y="1154021"/>
                </a:lnTo>
                <a:lnTo>
                  <a:pt x="0" y="1154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33361" y="2996231"/>
            <a:ext cx="7751787" cy="548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Simulates C</a:t>
            </a: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PU pr</a:t>
            </a: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cess managem</a:t>
            </a: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nt</a:t>
            </a: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Ea</a:t>
            </a: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h process has ID, Burs</a:t>
            </a: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t </a:t>
            </a: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Tim</a:t>
            </a: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, and P</a:t>
            </a: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ior</a:t>
            </a: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ty</a:t>
            </a: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Us</a:t>
            </a: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r can:</a:t>
            </a: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</a:p>
          <a:p>
            <a:pPr algn="l" marL="1122678" indent="-374226" lvl="2">
              <a:lnSpc>
                <a:spcPts val="3639"/>
              </a:lnSpc>
              <a:spcBef>
                <a:spcPct val="0"/>
              </a:spcBef>
              <a:buFont typeface="Arial"/>
              <a:buChar char="⚬"/>
            </a:pP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Add, Edit, Delete processes</a:t>
            </a:r>
          </a:p>
          <a:p>
            <a:pPr algn="l" marL="1122678" indent="-374226" lvl="2">
              <a:lnSpc>
                <a:spcPts val="3639"/>
              </a:lnSpc>
              <a:spcBef>
                <a:spcPct val="0"/>
              </a:spcBef>
              <a:buFont typeface="Arial"/>
              <a:buChar char="⚬"/>
            </a:pP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Display all processes</a:t>
            </a:r>
          </a:p>
          <a:p>
            <a:pPr algn="l" marL="1122678" indent="-374226" lvl="2">
              <a:lnSpc>
                <a:spcPts val="3639"/>
              </a:lnSpc>
              <a:spcBef>
                <a:spcPct val="0"/>
              </a:spcBef>
              <a:buFont typeface="Arial"/>
              <a:buChar char="⚬"/>
            </a:pP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Run CPU scheduling simulation</a:t>
            </a: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Data and results are stored in external files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98193" y="4416154"/>
            <a:ext cx="3303488" cy="676137"/>
            <a:chOff x="0" y="0"/>
            <a:chExt cx="870054" cy="1780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0054" cy="178077"/>
            </a:xfrm>
            <a:custGeom>
              <a:avLst/>
              <a:gdLst/>
              <a:ahLst/>
              <a:cxnLst/>
              <a:rect r="r" b="b" t="t" l="l"/>
              <a:pathLst>
                <a:path h="178077" w="870054">
                  <a:moveTo>
                    <a:pt x="89039" y="0"/>
                  </a:moveTo>
                  <a:lnTo>
                    <a:pt x="781016" y="0"/>
                  </a:lnTo>
                  <a:cubicBezTo>
                    <a:pt x="804630" y="0"/>
                    <a:pt x="827278" y="9381"/>
                    <a:pt x="843976" y="26079"/>
                  </a:cubicBezTo>
                  <a:cubicBezTo>
                    <a:pt x="860674" y="42777"/>
                    <a:pt x="870054" y="65424"/>
                    <a:pt x="870054" y="89039"/>
                  </a:cubicBezTo>
                  <a:lnTo>
                    <a:pt x="870054" y="89039"/>
                  </a:lnTo>
                  <a:cubicBezTo>
                    <a:pt x="870054" y="112653"/>
                    <a:pt x="860674" y="135300"/>
                    <a:pt x="843976" y="151998"/>
                  </a:cubicBezTo>
                  <a:cubicBezTo>
                    <a:pt x="827278" y="168696"/>
                    <a:pt x="804630" y="178077"/>
                    <a:pt x="781016" y="178077"/>
                  </a:cubicBezTo>
                  <a:lnTo>
                    <a:pt x="89039" y="178077"/>
                  </a:lnTo>
                  <a:cubicBezTo>
                    <a:pt x="65424" y="178077"/>
                    <a:pt x="42777" y="168696"/>
                    <a:pt x="26079" y="151998"/>
                  </a:cubicBezTo>
                  <a:cubicBezTo>
                    <a:pt x="9381" y="135300"/>
                    <a:pt x="0" y="112653"/>
                    <a:pt x="0" y="89039"/>
                  </a:cubicBezTo>
                  <a:lnTo>
                    <a:pt x="0" y="89039"/>
                  </a:lnTo>
                  <a:cubicBezTo>
                    <a:pt x="0" y="65424"/>
                    <a:pt x="9381" y="42777"/>
                    <a:pt x="26079" y="26079"/>
                  </a:cubicBezTo>
                  <a:cubicBezTo>
                    <a:pt x="42777" y="9381"/>
                    <a:pt x="65424" y="0"/>
                    <a:pt x="89039" y="0"/>
                  </a:cubicBezTo>
                  <a:close/>
                </a:path>
              </a:pathLst>
            </a:custGeom>
            <a:solidFill>
              <a:srgbClr val="44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870054" cy="120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65784" y="4416154"/>
            <a:ext cx="3303488" cy="676137"/>
            <a:chOff x="0" y="0"/>
            <a:chExt cx="870054" cy="1780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0054" cy="178077"/>
            </a:xfrm>
            <a:custGeom>
              <a:avLst/>
              <a:gdLst/>
              <a:ahLst/>
              <a:cxnLst/>
              <a:rect r="r" b="b" t="t" l="l"/>
              <a:pathLst>
                <a:path h="178077" w="870054">
                  <a:moveTo>
                    <a:pt x="89039" y="0"/>
                  </a:moveTo>
                  <a:lnTo>
                    <a:pt x="781016" y="0"/>
                  </a:lnTo>
                  <a:cubicBezTo>
                    <a:pt x="804630" y="0"/>
                    <a:pt x="827278" y="9381"/>
                    <a:pt x="843976" y="26079"/>
                  </a:cubicBezTo>
                  <a:cubicBezTo>
                    <a:pt x="860674" y="42777"/>
                    <a:pt x="870054" y="65424"/>
                    <a:pt x="870054" y="89039"/>
                  </a:cubicBezTo>
                  <a:lnTo>
                    <a:pt x="870054" y="89039"/>
                  </a:lnTo>
                  <a:cubicBezTo>
                    <a:pt x="870054" y="112653"/>
                    <a:pt x="860674" y="135300"/>
                    <a:pt x="843976" y="151998"/>
                  </a:cubicBezTo>
                  <a:cubicBezTo>
                    <a:pt x="827278" y="168696"/>
                    <a:pt x="804630" y="178077"/>
                    <a:pt x="781016" y="178077"/>
                  </a:cubicBezTo>
                  <a:lnTo>
                    <a:pt x="89039" y="178077"/>
                  </a:lnTo>
                  <a:cubicBezTo>
                    <a:pt x="65424" y="178077"/>
                    <a:pt x="42777" y="168696"/>
                    <a:pt x="26079" y="151998"/>
                  </a:cubicBezTo>
                  <a:cubicBezTo>
                    <a:pt x="9381" y="135300"/>
                    <a:pt x="0" y="112653"/>
                    <a:pt x="0" y="89039"/>
                  </a:cubicBezTo>
                  <a:lnTo>
                    <a:pt x="0" y="89039"/>
                  </a:lnTo>
                  <a:cubicBezTo>
                    <a:pt x="0" y="65424"/>
                    <a:pt x="9381" y="42777"/>
                    <a:pt x="26079" y="26079"/>
                  </a:cubicBezTo>
                  <a:cubicBezTo>
                    <a:pt x="42777" y="9381"/>
                    <a:pt x="65424" y="0"/>
                    <a:pt x="89039" y="0"/>
                  </a:cubicBezTo>
                  <a:close/>
                </a:path>
              </a:pathLst>
            </a:custGeom>
            <a:solidFill>
              <a:srgbClr val="44444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870054" cy="120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933375" y="4416154"/>
            <a:ext cx="3303488" cy="676137"/>
            <a:chOff x="0" y="0"/>
            <a:chExt cx="870054" cy="1780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0054" cy="178077"/>
            </a:xfrm>
            <a:custGeom>
              <a:avLst/>
              <a:gdLst/>
              <a:ahLst/>
              <a:cxnLst/>
              <a:rect r="r" b="b" t="t" l="l"/>
              <a:pathLst>
                <a:path h="178077" w="870054">
                  <a:moveTo>
                    <a:pt x="89039" y="0"/>
                  </a:moveTo>
                  <a:lnTo>
                    <a:pt x="781016" y="0"/>
                  </a:lnTo>
                  <a:cubicBezTo>
                    <a:pt x="804630" y="0"/>
                    <a:pt x="827278" y="9381"/>
                    <a:pt x="843976" y="26079"/>
                  </a:cubicBezTo>
                  <a:cubicBezTo>
                    <a:pt x="860674" y="42777"/>
                    <a:pt x="870054" y="65424"/>
                    <a:pt x="870054" y="89039"/>
                  </a:cubicBezTo>
                  <a:lnTo>
                    <a:pt x="870054" y="89039"/>
                  </a:lnTo>
                  <a:cubicBezTo>
                    <a:pt x="870054" y="112653"/>
                    <a:pt x="860674" y="135300"/>
                    <a:pt x="843976" y="151998"/>
                  </a:cubicBezTo>
                  <a:cubicBezTo>
                    <a:pt x="827278" y="168696"/>
                    <a:pt x="804630" y="178077"/>
                    <a:pt x="781016" y="178077"/>
                  </a:cubicBezTo>
                  <a:lnTo>
                    <a:pt x="89039" y="178077"/>
                  </a:lnTo>
                  <a:cubicBezTo>
                    <a:pt x="65424" y="178077"/>
                    <a:pt x="42777" y="168696"/>
                    <a:pt x="26079" y="151998"/>
                  </a:cubicBezTo>
                  <a:cubicBezTo>
                    <a:pt x="9381" y="135300"/>
                    <a:pt x="0" y="112653"/>
                    <a:pt x="0" y="89039"/>
                  </a:cubicBezTo>
                  <a:lnTo>
                    <a:pt x="0" y="89039"/>
                  </a:lnTo>
                  <a:cubicBezTo>
                    <a:pt x="0" y="65424"/>
                    <a:pt x="9381" y="42777"/>
                    <a:pt x="26079" y="26079"/>
                  </a:cubicBezTo>
                  <a:cubicBezTo>
                    <a:pt x="42777" y="9381"/>
                    <a:pt x="65424" y="0"/>
                    <a:pt x="89039" y="0"/>
                  </a:cubicBezTo>
                  <a:close/>
                </a:path>
              </a:pathLst>
            </a:custGeom>
            <a:solidFill>
              <a:srgbClr val="44444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870054" cy="120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3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70832" y="5540789"/>
            <a:ext cx="4411154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Stores processes dynamically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09113" y="4529751"/>
            <a:ext cx="3081648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EBF0F2"/>
                </a:solidFill>
                <a:latin typeface="Poppins Bold"/>
                <a:ea typeface="Poppins Bold"/>
                <a:cs typeface="Poppins Bold"/>
                <a:sym typeface="Poppins Bold"/>
              </a:rPr>
              <a:t>Linked List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38423" y="5540789"/>
            <a:ext cx="4411154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Represents the ready queue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84354" y="4529751"/>
            <a:ext cx="2266347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EBF0F2"/>
                </a:solidFill>
                <a:latin typeface="Poppins Bold"/>
                <a:ea typeface="Poppins Bold"/>
                <a:cs typeface="Poppins Bold"/>
                <a:sym typeface="Poppins Bold"/>
              </a:rPr>
              <a:t>Queue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06014" y="5540789"/>
            <a:ext cx="4411154" cy="78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Selects the next process based on priority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51945" y="4529751"/>
            <a:ext cx="2266347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EBF0F2"/>
                </a:solidFill>
                <a:latin typeface="Poppins Bold"/>
                <a:ea typeface="Poppins Bold"/>
                <a:cs typeface="Poppins Bold"/>
                <a:sym typeface="Poppins Bold"/>
              </a:rPr>
              <a:t>Priority Queue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2962" y="1801716"/>
            <a:ext cx="15902075" cy="19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87"/>
              </a:lnSpc>
              <a:spcBef>
                <a:spcPct val="0"/>
              </a:spcBef>
            </a:pPr>
            <a:r>
              <a:rPr lang="en-US" sz="11347">
                <a:solidFill>
                  <a:srgbClr val="444444"/>
                </a:solidFill>
                <a:latin typeface="Flatory Serif"/>
                <a:ea typeface="Flatory Serif"/>
                <a:cs typeface="Flatory Serif"/>
                <a:sym typeface="Flatory Serif"/>
              </a:rPr>
              <a:t>Data Stru</a:t>
            </a:r>
            <a:r>
              <a:rPr lang="en-US" sz="11347">
                <a:solidFill>
                  <a:srgbClr val="444444"/>
                </a:solidFill>
                <a:latin typeface="Flatory Serif"/>
                <a:ea typeface="Flatory Serif"/>
                <a:cs typeface="Flatory Serif"/>
                <a:sym typeface="Flatory Serif"/>
              </a:rPr>
              <a:t>ctures Used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54775" y="1721552"/>
            <a:ext cx="2108677" cy="1154021"/>
          </a:xfrm>
          <a:custGeom>
            <a:avLst/>
            <a:gdLst/>
            <a:ahLst/>
            <a:cxnLst/>
            <a:rect r="r" b="b" t="t" l="l"/>
            <a:pathLst>
              <a:path h="1154021" w="2108677">
                <a:moveTo>
                  <a:pt x="0" y="0"/>
                </a:moveTo>
                <a:lnTo>
                  <a:pt x="2108676" y="0"/>
                </a:lnTo>
                <a:lnTo>
                  <a:pt x="2108676" y="1154021"/>
                </a:lnTo>
                <a:lnTo>
                  <a:pt x="0" y="1154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179323" y="8681289"/>
            <a:ext cx="2108677" cy="1154021"/>
          </a:xfrm>
          <a:custGeom>
            <a:avLst/>
            <a:gdLst/>
            <a:ahLst/>
            <a:cxnLst/>
            <a:rect r="r" b="b" t="t" l="l"/>
            <a:pathLst>
              <a:path h="1154021" w="2108677">
                <a:moveTo>
                  <a:pt x="0" y="0"/>
                </a:moveTo>
                <a:lnTo>
                  <a:pt x="2108677" y="0"/>
                </a:lnTo>
                <a:lnTo>
                  <a:pt x="2108677" y="1154022"/>
                </a:lnTo>
                <a:lnTo>
                  <a:pt x="0" y="11540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8958" y="851787"/>
            <a:ext cx="2108677" cy="1154021"/>
          </a:xfrm>
          <a:custGeom>
            <a:avLst/>
            <a:gdLst/>
            <a:ahLst/>
            <a:cxnLst/>
            <a:rect r="r" b="b" t="t" l="l"/>
            <a:pathLst>
              <a:path h="1154021" w="2108677">
                <a:moveTo>
                  <a:pt x="0" y="0"/>
                </a:moveTo>
                <a:lnTo>
                  <a:pt x="2108677" y="0"/>
                </a:lnTo>
                <a:lnTo>
                  <a:pt x="2108677" y="1154021"/>
                </a:lnTo>
                <a:lnTo>
                  <a:pt x="0" y="1154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08024" y="7636549"/>
            <a:ext cx="2108677" cy="1154021"/>
          </a:xfrm>
          <a:custGeom>
            <a:avLst/>
            <a:gdLst/>
            <a:ahLst/>
            <a:cxnLst/>
            <a:rect r="r" b="b" t="t" l="l"/>
            <a:pathLst>
              <a:path h="1154021" w="2108677">
                <a:moveTo>
                  <a:pt x="0" y="0"/>
                </a:moveTo>
                <a:lnTo>
                  <a:pt x="2108677" y="0"/>
                </a:lnTo>
                <a:lnTo>
                  <a:pt x="2108677" y="1154021"/>
                </a:lnTo>
                <a:lnTo>
                  <a:pt x="0" y="1154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9762" y="2005808"/>
            <a:ext cx="10893672" cy="7421314"/>
          </a:xfrm>
          <a:custGeom>
            <a:avLst/>
            <a:gdLst/>
            <a:ahLst/>
            <a:cxnLst/>
            <a:rect r="r" b="b" t="t" l="l"/>
            <a:pathLst>
              <a:path h="7421314" w="10893672">
                <a:moveTo>
                  <a:pt x="0" y="0"/>
                </a:moveTo>
                <a:lnTo>
                  <a:pt x="10893672" y="0"/>
                </a:lnTo>
                <a:lnTo>
                  <a:pt x="10893672" y="7421314"/>
                </a:lnTo>
                <a:lnTo>
                  <a:pt x="0" y="7421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82075"/>
            <a:ext cx="7039032" cy="116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6"/>
              </a:lnSpc>
            </a:pPr>
            <a:r>
              <a:rPr lang="en-US" sz="9496">
                <a:solidFill>
                  <a:srgbClr val="444444"/>
                </a:solidFill>
                <a:latin typeface="Flatory Serif"/>
                <a:ea typeface="Flatory Serif"/>
                <a:cs typeface="Flatory Serif"/>
                <a:sym typeface="Flatory Serif"/>
              </a:rPr>
              <a:t> Flowchart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43310"/>
            <a:ext cx="16230600" cy="3968690"/>
          </a:xfrm>
          <a:custGeom>
            <a:avLst/>
            <a:gdLst/>
            <a:ahLst/>
            <a:cxnLst/>
            <a:rect r="r" b="b" t="t" l="l"/>
            <a:pathLst>
              <a:path h="3968690" w="16230600">
                <a:moveTo>
                  <a:pt x="0" y="0"/>
                </a:moveTo>
                <a:lnTo>
                  <a:pt x="16230600" y="0"/>
                </a:lnTo>
                <a:lnTo>
                  <a:pt x="16230600" y="3968691"/>
                </a:lnTo>
                <a:lnTo>
                  <a:pt x="0" y="3968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383" r="-125120" b="-11538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81100"/>
            <a:ext cx="7905376" cy="7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5677" b="true">
                <a:solidFill>
                  <a:srgbClr val="444444"/>
                </a:solidFill>
                <a:latin typeface="Flatory Serif Ultra-Bold"/>
                <a:ea typeface="Flatory Serif Ultra-Bold"/>
                <a:cs typeface="Flatory Serif Ultra-Bold"/>
                <a:sym typeface="Flatory Serif Ultra-Bold"/>
              </a:rPr>
              <a:t>Program Screenshots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4001" y="1181100"/>
            <a:ext cx="6648632" cy="7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9"/>
              </a:lnSpc>
            </a:pPr>
            <a:r>
              <a:rPr lang="en-US" sz="5677">
                <a:solidFill>
                  <a:srgbClr val="444444"/>
                </a:solidFill>
                <a:latin typeface="Flatory Serif Light"/>
                <a:ea typeface="Flatory Serif Light"/>
                <a:cs typeface="Flatory Serif Light"/>
                <a:sym typeface="Flatory Serif Light"/>
              </a:rPr>
              <a:t>0. Main Menu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43310"/>
            <a:ext cx="16230600" cy="6514990"/>
          </a:xfrm>
          <a:custGeom>
            <a:avLst/>
            <a:gdLst/>
            <a:ahLst/>
            <a:cxnLst/>
            <a:rect r="r" b="b" t="t" l="l"/>
            <a:pathLst>
              <a:path h="6514990" w="16230600">
                <a:moveTo>
                  <a:pt x="0" y="0"/>
                </a:moveTo>
                <a:lnTo>
                  <a:pt x="16230600" y="0"/>
                </a:lnTo>
                <a:lnTo>
                  <a:pt x="16230600" y="6514990"/>
                </a:lnTo>
                <a:lnTo>
                  <a:pt x="0" y="6514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807" r="-125120" b="-3120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81100"/>
            <a:ext cx="7905376" cy="7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5677" b="true">
                <a:solidFill>
                  <a:srgbClr val="444444"/>
                </a:solidFill>
                <a:latin typeface="Flatory Serif Ultra-Bold"/>
                <a:ea typeface="Flatory Serif Ultra-Bold"/>
                <a:cs typeface="Flatory Serif Ultra-Bold"/>
                <a:sym typeface="Flatory Serif Ultra-Bold"/>
              </a:rPr>
              <a:t>Program Screenshots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44001" y="1181100"/>
            <a:ext cx="6648632" cy="7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225712" indent="-612856" lvl="1">
              <a:lnSpc>
                <a:spcPts val="5109"/>
              </a:lnSpc>
              <a:buAutoNum type="arabicPeriod" startAt="1"/>
            </a:pPr>
            <a:r>
              <a:rPr lang="en-US" sz="5677">
                <a:solidFill>
                  <a:srgbClr val="444444"/>
                </a:solidFill>
                <a:latin typeface="Flatory Serif Light"/>
                <a:ea typeface="Flatory Serif Light"/>
                <a:cs typeface="Flatory Serif Light"/>
                <a:sym typeface="Flatory Serif Light"/>
              </a:rPr>
              <a:t> add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43310"/>
            <a:ext cx="16230600" cy="6514990"/>
          </a:xfrm>
          <a:custGeom>
            <a:avLst/>
            <a:gdLst/>
            <a:ahLst/>
            <a:cxnLst/>
            <a:rect r="r" b="b" t="t" l="l"/>
            <a:pathLst>
              <a:path h="6514990" w="16230600">
                <a:moveTo>
                  <a:pt x="0" y="0"/>
                </a:moveTo>
                <a:lnTo>
                  <a:pt x="16230600" y="0"/>
                </a:lnTo>
                <a:lnTo>
                  <a:pt x="16230600" y="6514990"/>
                </a:lnTo>
                <a:lnTo>
                  <a:pt x="0" y="6514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807" r="-125120" b="-3120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751747"/>
            <a:ext cx="16230600" cy="6506553"/>
          </a:xfrm>
          <a:custGeom>
            <a:avLst/>
            <a:gdLst/>
            <a:ahLst/>
            <a:cxnLst/>
            <a:rect r="r" b="b" t="t" l="l"/>
            <a:pathLst>
              <a:path h="6506553" w="16230600">
                <a:moveTo>
                  <a:pt x="0" y="0"/>
                </a:moveTo>
                <a:lnTo>
                  <a:pt x="16230600" y="0"/>
                </a:lnTo>
                <a:lnTo>
                  <a:pt x="16230600" y="6506553"/>
                </a:lnTo>
                <a:lnTo>
                  <a:pt x="0" y="65065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718" r="-114113" b="-1447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81100"/>
            <a:ext cx="7905376" cy="7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5677" b="true">
                <a:solidFill>
                  <a:srgbClr val="444444"/>
                </a:solidFill>
                <a:latin typeface="Flatory Serif Ultra-Bold"/>
                <a:ea typeface="Flatory Serif Ultra-Bold"/>
                <a:cs typeface="Flatory Serif Ultra-Bold"/>
                <a:sym typeface="Flatory Serif Ultra-Bold"/>
              </a:rPr>
              <a:t>Program Screenshots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4001" y="1181100"/>
            <a:ext cx="6648632" cy="7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9"/>
              </a:lnSpc>
            </a:pPr>
            <a:r>
              <a:rPr lang="en-US" sz="5677">
                <a:solidFill>
                  <a:srgbClr val="444444"/>
                </a:solidFill>
                <a:latin typeface="Flatory Serif Light"/>
                <a:ea typeface="Flatory Serif Light"/>
                <a:cs typeface="Flatory Serif Light"/>
                <a:sym typeface="Flatory Serif Light"/>
              </a:rPr>
              <a:t>2.           edit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43310"/>
            <a:ext cx="16230600" cy="6514990"/>
          </a:xfrm>
          <a:custGeom>
            <a:avLst/>
            <a:gdLst/>
            <a:ahLst/>
            <a:cxnLst/>
            <a:rect r="r" b="b" t="t" l="l"/>
            <a:pathLst>
              <a:path h="6514990" w="16230600">
                <a:moveTo>
                  <a:pt x="0" y="0"/>
                </a:moveTo>
                <a:lnTo>
                  <a:pt x="16230600" y="0"/>
                </a:lnTo>
                <a:lnTo>
                  <a:pt x="16230600" y="6514990"/>
                </a:lnTo>
                <a:lnTo>
                  <a:pt x="0" y="6514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807" r="-125120" b="-3120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743310"/>
            <a:ext cx="16230600" cy="6514990"/>
          </a:xfrm>
          <a:custGeom>
            <a:avLst/>
            <a:gdLst/>
            <a:ahLst/>
            <a:cxnLst/>
            <a:rect r="r" b="b" t="t" l="l"/>
            <a:pathLst>
              <a:path h="6514990" w="16230600">
                <a:moveTo>
                  <a:pt x="0" y="0"/>
                </a:moveTo>
                <a:lnTo>
                  <a:pt x="16230600" y="0"/>
                </a:lnTo>
                <a:lnTo>
                  <a:pt x="16230600" y="6514990"/>
                </a:lnTo>
                <a:lnTo>
                  <a:pt x="0" y="6514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4864" r="-170025" b="-2667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81100"/>
            <a:ext cx="7905376" cy="7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5677" b="true">
                <a:solidFill>
                  <a:srgbClr val="444444"/>
                </a:solidFill>
                <a:latin typeface="Flatory Serif Ultra-Bold"/>
                <a:ea typeface="Flatory Serif Ultra-Bold"/>
                <a:cs typeface="Flatory Serif Ultra-Bold"/>
                <a:sym typeface="Flatory Serif Ultra-Bold"/>
              </a:rPr>
              <a:t>Program Screenshots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4001" y="1181100"/>
            <a:ext cx="6648632" cy="7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9"/>
              </a:lnSpc>
            </a:pPr>
            <a:r>
              <a:rPr lang="en-US" sz="5677">
                <a:solidFill>
                  <a:srgbClr val="444444"/>
                </a:solidFill>
                <a:latin typeface="Flatory Serif Light"/>
                <a:ea typeface="Flatory Serif Light"/>
                <a:cs typeface="Flatory Serif Light"/>
                <a:sym typeface="Flatory Serif Light"/>
              </a:rPr>
              <a:t>3. Delete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43310"/>
            <a:ext cx="16230600" cy="6514990"/>
          </a:xfrm>
          <a:custGeom>
            <a:avLst/>
            <a:gdLst/>
            <a:ahLst/>
            <a:cxnLst/>
            <a:rect r="r" b="b" t="t" l="l"/>
            <a:pathLst>
              <a:path h="6514990" w="16230600">
                <a:moveTo>
                  <a:pt x="0" y="0"/>
                </a:moveTo>
                <a:lnTo>
                  <a:pt x="16230600" y="0"/>
                </a:lnTo>
                <a:lnTo>
                  <a:pt x="16230600" y="6514990"/>
                </a:lnTo>
                <a:lnTo>
                  <a:pt x="0" y="6514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807" r="-125120" b="-3120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743310"/>
            <a:ext cx="16230600" cy="6514990"/>
          </a:xfrm>
          <a:custGeom>
            <a:avLst/>
            <a:gdLst/>
            <a:ahLst/>
            <a:cxnLst/>
            <a:rect r="r" b="b" t="t" l="l"/>
            <a:pathLst>
              <a:path h="6514990" w="16230600">
                <a:moveTo>
                  <a:pt x="0" y="0"/>
                </a:moveTo>
                <a:lnTo>
                  <a:pt x="16230600" y="0"/>
                </a:lnTo>
                <a:lnTo>
                  <a:pt x="16230600" y="6514990"/>
                </a:lnTo>
                <a:lnTo>
                  <a:pt x="0" y="6514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763" r="-104338" b="-1404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81100"/>
            <a:ext cx="7905376" cy="7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5677" b="true">
                <a:solidFill>
                  <a:srgbClr val="444444"/>
                </a:solidFill>
                <a:latin typeface="Flatory Serif Ultra-Bold"/>
                <a:ea typeface="Flatory Serif Ultra-Bold"/>
                <a:cs typeface="Flatory Serif Ultra-Bold"/>
                <a:sym typeface="Flatory Serif Ultra-Bold"/>
              </a:rPr>
              <a:t>Program Screenshots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4001" y="1181100"/>
            <a:ext cx="6648632" cy="7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9"/>
              </a:lnSpc>
            </a:pPr>
            <a:r>
              <a:rPr lang="en-US" sz="5677">
                <a:solidFill>
                  <a:srgbClr val="444444"/>
                </a:solidFill>
                <a:latin typeface="Flatory Serif Light"/>
                <a:ea typeface="Flatory Serif Light"/>
                <a:cs typeface="Flatory Serif Light"/>
                <a:sym typeface="Flatory Serif Light"/>
              </a:rPr>
              <a:t>4. Print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43310"/>
            <a:ext cx="16230600" cy="6514990"/>
          </a:xfrm>
          <a:custGeom>
            <a:avLst/>
            <a:gdLst/>
            <a:ahLst/>
            <a:cxnLst/>
            <a:rect r="r" b="b" t="t" l="l"/>
            <a:pathLst>
              <a:path h="6514990" w="16230600">
                <a:moveTo>
                  <a:pt x="0" y="0"/>
                </a:moveTo>
                <a:lnTo>
                  <a:pt x="16230600" y="0"/>
                </a:lnTo>
                <a:lnTo>
                  <a:pt x="16230600" y="6514990"/>
                </a:lnTo>
                <a:lnTo>
                  <a:pt x="0" y="6514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807" r="-125120" b="-3120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743310"/>
            <a:ext cx="16230600" cy="6514990"/>
          </a:xfrm>
          <a:custGeom>
            <a:avLst/>
            <a:gdLst/>
            <a:ahLst/>
            <a:cxnLst/>
            <a:rect r="r" b="b" t="t" l="l"/>
            <a:pathLst>
              <a:path h="6514990" w="16230600">
                <a:moveTo>
                  <a:pt x="0" y="0"/>
                </a:moveTo>
                <a:lnTo>
                  <a:pt x="16230600" y="0"/>
                </a:lnTo>
                <a:lnTo>
                  <a:pt x="16230600" y="6514990"/>
                </a:lnTo>
                <a:lnTo>
                  <a:pt x="0" y="6514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763" r="-104338" b="-1404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743310"/>
            <a:ext cx="16230600" cy="6514990"/>
          </a:xfrm>
          <a:custGeom>
            <a:avLst/>
            <a:gdLst/>
            <a:ahLst/>
            <a:cxnLst/>
            <a:rect r="r" b="b" t="t" l="l"/>
            <a:pathLst>
              <a:path h="6514990" w="16230600">
                <a:moveTo>
                  <a:pt x="0" y="0"/>
                </a:moveTo>
                <a:lnTo>
                  <a:pt x="16230600" y="0"/>
                </a:lnTo>
                <a:lnTo>
                  <a:pt x="16230600" y="6514990"/>
                </a:lnTo>
                <a:lnTo>
                  <a:pt x="0" y="65149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452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81100"/>
            <a:ext cx="7905376" cy="7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5677" b="true">
                <a:solidFill>
                  <a:srgbClr val="444444"/>
                </a:solidFill>
                <a:latin typeface="Flatory Serif Ultra-Bold"/>
                <a:ea typeface="Flatory Serif Ultra-Bold"/>
                <a:cs typeface="Flatory Serif Ultra-Bold"/>
                <a:sym typeface="Flatory Serif Ultra-Bold"/>
              </a:rPr>
              <a:t>Program Screenshots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4001" y="1181100"/>
            <a:ext cx="6648632" cy="110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9"/>
              </a:lnSpc>
            </a:pPr>
            <a:r>
              <a:rPr lang="en-US" sz="5677">
                <a:solidFill>
                  <a:srgbClr val="444444"/>
                </a:solidFill>
                <a:latin typeface="Flatory Serif Light"/>
                <a:ea typeface="Flatory Serif Light"/>
                <a:cs typeface="Flatory Serif Light"/>
                <a:sym typeface="Flatory Serif Light"/>
              </a:rPr>
              <a:t>5. Schedule </a:t>
            </a:r>
          </a:p>
          <a:p>
            <a:pPr algn="ctr">
              <a:lnSpc>
                <a:spcPts val="3420"/>
              </a:lnSpc>
            </a:pPr>
            <a:r>
              <a:rPr lang="en-US" sz="3800">
                <a:solidFill>
                  <a:srgbClr val="444444"/>
                </a:solidFill>
                <a:latin typeface="Flatory Serif Light"/>
                <a:ea typeface="Flatory Serif Light"/>
                <a:cs typeface="Flatory Serif Light"/>
                <a:sym typeface="Flatory Serif Light"/>
              </a:rPr>
              <a:t>in: priority_output.txt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43310"/>
            <a:ext cx="16230600" cy="6514990"/>
          </a:xfrm>
          <a:custGeom>
            <a:avLst/>
            <a:gdLst/>
            <a:ahLst/>
            <a:cxnLst/>
            <a:rect r="r" b="b" t="t" l="l"/>
            <a:pathLst>
              <a:path h="6514990" w="16230600">
                <a:moveTo>
                  <a:pt x="0" y="0"/>
                </a:moveTo>
                <a:lnTo>
                  <a:pt x="16230600" y="0"/>
                </a:lnTo>
                <a:lnTo>
                  <a:pt x="16230600" y="6514990"/>
                </a:lnTo>
                <a:lnTo>
                  <a:pt x="0" y="6514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807" r="-125120" b="-3120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743310"/>
            <a:ext cx="16230600" cy="6514990"/>
          </a:xfrm>
          <a:custGeom>
            <a:avLst/>
            <a:gdLst/>
            <a:ahLst/>
            <a:cxnLst/>
            <a:rect r="r" b="b" t="t" l="l"/>
            <a:pathLst>
              <a:path h="6514990" w="16230600">
                <a:moveTo>
                  <a:pt x="0" y="0"/>
                </a:moveTo>
                <a:lnTo>
                  <a:pt x="16230600" y="0"/>
                </a:lnTo>
                <a:lnTo>
                  <a:pt x="16230600" y="6514990"/>
                </a:lnTo>
                <a:lnTo>
                  <a:pt x="0" y="6514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763" r="-104338" b="-1404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743310"/>
            <a:ext cx="16230600" cy="6514990"/>
          </a:xfrm>
          <a:custGeom>
            <a:avLst/>
            <a:gdLst/>
            <a:ahLst/>
            <a:cxnLst/>
            <a:rect r="r" b="b" t="t" l="l"/>
            <a:pathLst>
              <a:path h="6514990" w="16230600">
                <a:moveTo>
                  <a:pt x="0" y="0"/>
                </a:moveTo>
                <a:lnTo>
                  <a:pt x="16230600" y="0"/>
                </a:lnTo>
                <a:lnTo>
                  <a:pt x="16230600" y="6514990"/>
                </a:lnTo>
                <a:lnTo>
                  <a:pt x="0" y="65149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452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81100"/>
            <a:ext cx="7905376" cy="7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5677" b="true">
                <a:solidFill>
                  <a:srgbClr val="444444"/>
                </a:solidFill>
                <a:latin typeface="Flatory Serif Ultra-Bold"/>
                <a:ea typeface="Flatory Serif Ultra-Bold"/>
                <a:cs typeface="Flatory Serif Ultra-Bold"/>
                <a:sym typeface="Flatory Serif Ultra-Bold"/>
              </a:rPr>
              <a:t>Program Screenshots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4001" y="1181100"/>
            <a:ext cx="6648632" cy="110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9"/>
              </a:lnSpc>
            </a:pPr>
            <a:r>
              <a:rPr lang="en-US" sz="5677">
                <a:solidFill>
                  <a:srgbClr val="444444"/>
                </a:solidFill>
                <a:latin typeface="Flatory Serif Light"/>
                <a:ea typeface="Flatory Serif Light"/>
                <a:cs typeface="Flatory Serif Light"/>
                <a:sym typeface="Flatory Serif Light"/>
              </a:rPr>
              <a:t>6. Save </a:t>
            </a:r>
          </a:p>
          <a:p>
            <a:pPr algn="ctr">
              <a:lnSpc>
                <a:spcPts val="3420"/>
              </a:lnSpc>
            </a:pPr>
            <a:r>
              <a:rPr lang="en-US" sz="3800">
                <a:solidFill>
                  <a:srgbClr val="444444"/>
                </a:solidFill>
                <a:latin typeface="Flatory Serif Light"/>
                <a:ea typeface="Flatory Serif Light"/>
                <a:cs typeface="Flatory Serif Light"/>
                <a:sym typeface="Flatory Serif Light"/>
              </a:rPr>
              <a:t>in: processes.txt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43310"/>
            <a:ext cx="16230600" cy="6514990"/>
          </a:xfrm>
          <a:custGeom>
            <a:avLst/>
            <a:gdLst/>
            <a:ahLst/>
            <a:cxnLst/>
            <a:rect r="r" b="b" t="t" l="l"/>
            <a:pathLst>
              <a:path h="6514990" w="16230600">
                <a:moveTo>
                  <a:pt x="0" y="0"/>
                </a:moveTo>
                <a:lnTo>
                  <a:pt x="16230600" y="0"/>
                </a:lnTo>
                <a:lnTo>
                  <a:pt x="16230600" y="6514990"/>
                </a:lnTo>
                <a:lnTo>
                  <a:pt x="0" y="6514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807" r="-125120" b="-3120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743310"/>
            <a:ext cx="16230600" cy="6514990"/>
          </a:xfrm>
          <a:custGeom>
            <a:avLst/>
            <a:gdLst/>
            <a:ahLst/>
            <a:cxnLst/>
            <a:rect r="r" b="b" t="t" l="l"/>
            <a:pathLst>
              <a:path h="6514990" w="16230600">
                <a:moveTo>
                  <a:pt x="0" y="0"/>
                </a:moveTo>
                <a:lnTo>
                  <a:pt x="16230600" y="0"/>
                </a:lnTo>
                <a:lnTo>
                  <a:pt x="16230600" y="6514990"/>
                </a:lnTo>
                <a:lnTo>
                  <a:pt x="0" y="6514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763" r="-104338" b="-1404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743310"/>
            <a:ext cx="12712175" cy="6514990"/>
          </a:xfrm>
          <a:custGeom>
            <a:avLst/>
            <a:gdLst/>
            <a:ahLst/>
            <a:cxnLst/>
            <a:rect r="r" b="b" t="t" l="l"/>
            <a:pathLst>
              <a:path h="6514990" w="12712175">
                <a:moveTo>
                  <a:pt x="0" y="0"/>
                </a:moveTo>
                <a:lnTo>
                  <a:pt x="12712175" y="0"/>
                </a:lnTo>
                <a:lnTo>
                  <a:pt x="12712175" y="6514990"/>
                </a:lnTo>
                <a:lnTo>
                  <a:pt x="0" y="65149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81100"/>
            <a:ext cx="7905376" cy="7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9"/>
              </a:lnSpc>
            </a:pPr>
            <a:r>
              <a:rPr lang="en-US" sz="5677" b="true">
                <a:solidFill>
                  <a:srgbClr val="444444"/>
                </a:solidFill>
                <a:latin typeface="Flatory Serif Ultra-Bold"/>
                <a:ea typeface="Flatory Serif Ultra-Bold"/>
                <a:cs typeface="Flatory Serif Ultra-Bold"/>
                <a:sym typeface="Flatory Serif Ultra-Bold"/>
              </a:rPr>
              <a:t>Program Screenshots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4001" y="1181100"/>
            <a:ext cx="6648632" cy="711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9"/>
              </a:lnSpc>
            </a:pPr>
            <a:r>
              <a:rPr lang="en-US" sz="5677">
                <a:solidFill>
                  <a:srgbClr val="444444"/>
                </a:solidFill>
                <a:latin typeface="Flatory Serif Light"/>
                <a:ea typeface="Flatory Serif Light"/>
                <a:cs typeface="Flatory Serif Light"/>
                <a:sym typeface="Flatory Serif Light"/>
              </a:rPr>
              <a:t>7. Exit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99090" y="4153025"/>
            <a:ext cx="11689819" cy="195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16"/>
              </a:lnSpc>
            </a:pPr>
            <a:r>
              <a:rPr lang="en-US" sz="16490">
                <a:solidFill>
                  <a:srgbClr val="444444"/>
                </a:solidFill>
                <a:latin typeface="Flatory Serif"/>
                <a:ea typeface="Flatory Serif"/>
                <a:cs typeface="Flatory Serif"/>
                <a:sym typeface="Flatory Serif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86352" y="6156835"/>
            <a:ext cx="5315297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4200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Any Questions?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99403" y="2351535"/>
            <a:ext cx="2108677" cy="1154021"/>
          </a:xfrm>
          <a:custGeom>
            <a:avLst/>
            <a:gdLst/>
            <a:ahLst/>
            <a:cxnLst/>
            <a:rect r="r" b="b" t="t" l="l"/>
            <a:pathLst>
              <a:path h="1154021" w="2108677">
                <a:moveTo>
                  <a:pt x="0" y="0"/>
                </a:moveTo>
                <a:lnTo>
                  <a:pt x="2108677" y="0"/>
                </a:lnTo>
                <a:lnTo>
                  <a:pt x="2108677" y="1154021"/>
                </a:lnTo>
                <a:lnTo>
                  <a:pt x="0" y="1154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79424" y="6399613"/>
            <a:ext cx="2108677" cy="1154021"/>
          </a:xfrm>
          <a:custGeom>
            <a:avLst/>
            <a:gdLst/>
            <a:ahLst/>
            <a:cxnLst/>
            <a:rect r="r" b="b" t="t" l="l"/>
            <a:pathLst>
              <a:path h="1154021" w="2108677">
                <a:moveTo>
                  <a:pt x="0" y="0"/>
                </a:moveTo>
                <a:lnTo>
                  <a:pt x="2108677" y="0"/>
                </a:lnTo>
                <a:lnTo>
                  <a:pt x="2108677" y="1154022"/>
                </a:lnTo>
                <a:lnTo>
                  <a:pt x="0" y="11540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DAG6GFe0EZE</dc:identifier>
  <dcterms:modified xsi:type="dcterms:W3CDTF">2011-08-01T06:04:30Z</dcterms:modified>
  <cp:revision>1</cp:revision>
  <dc:title>CS214 Project</dc:title>
</cp:coreProperties>
</file>